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cef42f2fc14148" /><Relationship Type="http://schemas.openxmlformats.org/officeDocument/2006/relationships/extended-properties" Target="/docProps/app.xml" Id="Raf261fae342c4cc7" /><Relationship Type="http://schemas.openxmlformats.org/officeDocument/2006/relationships/officeDocument" Target="/ppt/presentation.xml" Id="Rf14cda093ac648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cd120c0e114115"/>
  </p:sldMasterIdLst>
  <p:notesMasterIdLst>
    <p:notesMasterId xmlns:r="http://schemas.openxmlformats.org/officeDocument/2006/relationships" r:id="Rd59ca965bbea4a59"/>
  </p:notesMasterIdLst>
  <p:sldIdLst>
    <p:sldId xmlns:r="http://schemas.openxmlformats.org/officeDocument/2006/relationships" id="256" r:id="R94100cf655444211"/>
    <p:sldId xmlns:r="http://schemas.openxmlformats.org/officeDocument/2006/relationships" id="257" r:id="R679711fba8774093"/>
    <p:sldId xmlns:r="http://schemas.openxmlformats.org/officeDocument/2006/relationships" id="258" r:id="Re56f11450c41417c"/>
    <p:sldId xmlns:r="http://schemas.openxmlformats.org/officeDocument/2006/relationships" id="259" r:id="R772bd6bd75154480"/>
    <p:sldId xmlns:r="http://schemas.openxmlformats.org/officeDocument/2006/relationships" id="260" r:id="R18d3938a01114048"/>
    <p:sldId xmlns:r="http://schemas.openxmlformats.org/officeDocument/2006/relationships" id="261" r:id="R2bfc37981eaa4877"/>
    <p:sldId xmlns:r="http://schemas.openxmlformats.org/officeDocument/2006/relationships" id="262" r:id="Re6dc52e9399b49a1"/>
    <p:sldId xmlns:r="http://schemas.openxmlformats.org/officeDocument/2006/relationships" id="263" r:id="Rda17df54db3945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d120c0e114115" /><Relationship Type="http://schemas.openxmlformats.org/officeDocument/2006/relationships/theme" Target="/ppt/theme/theme1.xml" Id="R18d44950ecaa4900" /><Relationship Type="http://schemas.openxmlformats.org/officeDocument/2006/relationships/notesMaster" Target="/ppt/notesMasters/notesMaster1.xml" Id="Rd59ca965bbea4a59" /><Relationship Type="http://schemas.openxmlformats.org/officeDocument/2006/relationships/presProps" Target="/ppt/presProps.xml" Id="R1d7df041f4304ba0" /><Relationship Type="http://schemas.openxmlformats.org/officeDocument/2006/relationships/viewProps" Target="/ppt/viewProps.xml" Id="R3aced446d6124f2d" /><Relationship Type="http://schemas.openxmlformats.org/officeDocument/2006/relationships/tableStyles" Target="/ppt/tableStyles.xml" Id="Rbad0c279d690431a" /><Relationship Type="http://schemas.openxmlformats.org/officeDocument/2006/relationships/slide" Target="/ppt/slides/slide1.xml" Id="R94100cf655444211" /><Relationship Type="http://schemas.openxmlformats.org/officeDocument/2006/relationships/slide" Target="/ppt/slides/slide2.xml" Id="R679711fba8774093" /><Relationship Type="http://schemas.openxmlformats.org/officeDocument/2006/relationships/slide" Target="/ppt/slides/slide3.xml" Id="Re56f11450c41417c" /><Relationship Type="http://schemas.openxmlformats.org/officeDocument/2006/relationships/slide" Target="/ppt/slides/slide4.xml" Id="R772bd6bd75154480" /><Relationship Type="http://schemas.openxmlformats.org/officeDocument/2006/relationships/slide" Target="/ppt/slides/slide5.xml" Id="R18d3938a01114048" /><Relationship Type="http://schemas.openxmlformats.org/officeDocument/2006/relationships/slide" Target="/ppt/slides/slide6.xml" Id="R2bfc37981eaa4877" /><Relationship Type="http://schemas.openxmlformats.org/officeDocument/2006/relationships/slide" Target="/ppt/slides/slide7.xml" Id="Re6dc52e9399b49a1" /><Relationship Type="http://schemas.openxmlformats.org/officeDocument/2006/relationships/slide" Target="/ppt/slides/slide8.xml" Id="Rda17df54db3945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48f5be868c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33c2fc90343ee" /><Relationship Type="http://schemas.openxmlformats.org/officeDocument/2006/relationships/notesMaster" Target="/ppt/notesMasters/notesMaster1.xml" Id="R668c6ecff9e845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6c09acab614c77" /><Relationship Type="http://schemas.openxmlformats.org/officeDocument/2006/relationships/notesMaster" Target="/ppt/notesMasters/notesMaster1.xml" Id="Rcc256587c38d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0d4bf1728742e5" /><Relationship Type="http://schemas.openxmlformats.org/officeDocument/2006/relationships/notesMaster" Target="/ppt/notesMasters/notesMaster1.xml" Id="R73ce84fd403f4e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6fe579531a4527" /><Relationship Type="http://schemas.openxmlformats.org/officeDocument/2006/relationships/notesMaster" Target="/ppt/notesMasters/notesMaster1.xml" Id="R6b499565a94048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aa7f53d3646ee" /><Relationship Type="http://schemas.openxmlformats.org/officeDocument/2006/relationships/notesMaster" Target="/ppt/notesMasters/notesMaster1.xml" Id="R71bf2de165a74d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9fbe0ddc5d4a80" /><Relationship Type="http://schemas.openxmlformats.org/officeDocument/2006/relationships/notesMaster" Target="/ppt/notesMasters/notesMaster1.xml" Id="Rc41b831f9ff544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ae94c815d74457" /><Relationship Type="http://schemas.openxmlformats.org/officeDocument/2006/relationships/notesMaster" Target="/ppt/notesMasters/notesMaster1.xml" Id="Ra84059dd0ec049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aa338010cc46cd" /><Relationship Type="http://schemas.openxmlformats.org/officeDocument/2006/relationships/notesMaster" Target="/ppt/notesMasters/notesMaster1.xml" Id="R1d83c637ae5344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ddddc678145a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74bd1b4ced945b7" /><Relationship Type="http://schemas.openxmlformats.org/officeDocument/2006/relationships/slideLayout" Target="/ppt/slideLayouts/slideLayout2.xml" Id="Rd08968443cc84c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8968443cc84c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662598e2241de" /><Relationship Type="http://schemas.openxmlformats.org/officeDocument/2006/relationships/notesSlide" Target="/ppt/notesSlides/notesSlide1.xml" Id="Ra76a268a885e49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9a31d1f5f9497d" /><Relationship Type="http://schemas.openxmlformats.org/officeDocument/2006/relationships/notesSlide" Target="/ppt/notesSlides/notesSlide2.xml" Id="R995fc0623e8f4f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df00c3f914568" /><Relationship Type="http://schemas.openxmlformats.org/officeDocument/2006/relationships/notesSlide" Target="/ppt/notesSlides/notesSlide3.xml" Id="R05fa5825f4aa46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b571600254449" /><Relationship Type="http://schemas.openxmlformats.org/officeDocument/2006/relationships/notesSlide" Target="/ppt/notesSlides/notesSlide4.xml" Id="Rfd0edcf992f84b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93d3551d4147ca" /><Relationship Type="http://schemas.openxmlformats.org/officeDocument/2006/relationships/notesSlide" Target="/ppt/notesSlides/notesSlide5.xml" Id="Rd8ee81620ea34f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80020bd5724846" /><Relationship Type="http://schemas.openxmlformats.org/officeDocument/2006/relationships/notesSlide" Target="/ppt/notesSlides/notesSlide6.xml" Id="Rfd157e28d27846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33826d75894bd4" /><Relationship Type="http://schemas.openxmlformats.org/officeDocument/2006/relationships/notesSlide" Target="/ppt/notesSlides/notesSlide7.xml" Id="R8ef7f627caa14c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3db82943f440e" /><Relationship Type="http://schemas.openxmlformats.org/officeDocument/2006/relationships/notesSlide" Target="/ppt/notesSlides/notesSlide8.xml" Id="Rd54bdd51fa6d4e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194C3-8281-412C-AD21-4758CB05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0B394-600B-4476-9FFB-B2958D4C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A58B0-CCA0-49D9-9319-A139197C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5FCE9-AD91-40E9-AEBE-005FFF3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763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DEB3B-DA8B-4555-B2FF-694285D6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05000"/>
            <a:ext cx="16954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C9A3C-8736-4F90-BA44-E3981EE9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09800"/>
            <a:ext cx="933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</a:t>
            </a:r>
          </a:p>
        </p:txBody>
      </p:sp>
      <p:sp>
        <p:nvSpPr>
          <p:cNvPr id="7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411ECC1A-4FDF-4189-990D-245B759C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33A3997C-1CC3-48C1-BC94-AB430F18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PROJET FIL ROUGE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55530-02B0-4CD9-AB67-BE1C0D5E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CYNA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16A8F-1489-450E-85E1-5F92B1D6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Plateforme e-commerce SaaS de cybersecurite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B7EE5-6E81-4A09-B668-1BE433B0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590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CEBFF"/>
                </a:solidFill>
                <a:latin typeface="Avenir Next"/>
                <a:ea typeface="Avenir Next"/>
                <a:cs typeface="Avenir Next"/>
              </a:rPr>
              <a:t>Une premiere version full-stack pour vendre, administrer et suivre des services SOC, EDR et XDR.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EA799-FEF7-4923-A0D9-5CF1A96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84DD7-20CF-4F77-950A-A397CEF1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Backend Symfony + MySQL comme source de verite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C363E-DE52-4C05-BE42-CEC8BAA5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782F6-7357-4342-BC31-B47ED963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Frontend client React et back-office React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4A0F2-D432-43D4-89AB-9508B67C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A9B28-6A10-454E-A2F8-17450215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Experience mobile prevue en Flutter + preview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B7FF2-395B-438B-BD50-25605989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A5C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8BA5C6"/>
                </a:solidFill>
                <a:latin typeface="Avenir Next"/>
                <a:ea typeface="Avenir Next"/>
                <a:cs typeface="Avenir Next"/>
              </a:rPr>
              <a:t>CYNA - Plateforme e-commerce SaaS cybersecurite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7F436-8014-489E-A1CE-7B44EFA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80346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6BFFC-E35C-491E-BBD3-7A052A3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92153E1A-146D-42A3-AD2D-CFFD7271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A28BA434-DEB3-4F41-852B-CD24E01A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3E159-F441-46BB-990A-D47CF66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2033"/>
                </a:solidFill>
                <a:latin typeface="Georgia"/>
                <a:ea typeface="Georgia"/>
                <a:cs typeface="Georgia"/>
              </a:rPr>
              <a:t>Symfony concentre les regles metier; les interfaces consomment la meme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86685-2FEA-4B33-8012-9C2FCE19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3A75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297B1-8E56-406B-B86A-BE1FF92F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API Symfony REST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42B8F-57FD-4159-855B-E1368500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90900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CEB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CEBFF"/>
                </a:solidFill>
                <a:latin typeface="Avenir Next"/>
                <a:ea typeface="Avenir Next"/>
                <a:cs typeface="Avenir Next"/>
              </a:rPr>
              <a:t>auth, roles, panier, checkout, commandes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5A26F-E7B5-45B8-9718-D6C6AB81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0F80B-1373-421E-8D02-727BEA3C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React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83345-BFAD-4DF7-856A-17EB4ECE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catalogue, panier, compte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7EB86-346F-4C09-8BBD-8F3EE4FF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D1FB8-23F4-44E8-9CC7-8A13DDB0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Back-office React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C5B05-4762-471C-8E15-54F80D89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dashboard et CRUD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4654B-A002-4321-96DC-B99883C5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954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301B5-EA3C-4256-819D-214F2238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478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Flutter mobile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F7F96-06A6-4843-AD1A-8FE39BE9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app mobile + preview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70EFE-6355-4949-A290-0B576B0A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7FB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5EF62-2BE0-41FB-8377-7145905E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21D0F-C77F-4339-9F1C-AEF883A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386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donnees persistantes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6BED5-9A01-481F-9540-45AC6A90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33600"/>
            <a:ext cx="1752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98FAA-6508-4749-B851-D406114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57700"/>
            <a:ext cx="1752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BA34A-CF71-4FFB-BD3C-F93D4B62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1752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7804E-7F74-4E9A-A027-6182E14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1752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832D8-4E20-433B-A749-A3AA3615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3A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B3A75"/>
                </a:solidFill>
                <a:latin typeface="Avenir Next"/>
                <a:ea typeface="Avenir Next"/>
                <a:cs typeface="Avenir Next"/>
              </a:rPr>
              <a:t>Aucune logique critique n'est placee dans React ou mobile.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1C5CA-CE27-4377-9B25-96AC8A2E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CYNA - Plateforme e-commerce SaaS cybersecurite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76F03-D7CE-4CD4-BDA3-2B2AD2C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44685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1C9ABD-F441-464F-9286-E912D4C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6861EEBB-FAE2-4F91-A8C7-7D3FCA13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F802D246-292D-48A9-BF51-15BE872E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REPARTITION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7FE1C-40C9-4DFB-A652-69BF820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2033"/>
                </a:solidFill>
                <a:latin typeface="Georgia"/>
                <a:ea typeface="Georgia"/>
                <a:cs typeface="Georgia"/>
              </a:rPr>
              <a:t>Le travail a ete separe entre socle technique et experiences utilisateur.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75291-25BA-4A85-B415-83AABF45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953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7D18C-4E7B-4729-9A3B-F8ECB9FB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4953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2A5A8-6596-4D95-BDCC-DD5CAD0D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3A7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3A75"/>
                </a:solidFill>
                <a:latin typeface="Avenir Next"/>
                <a:ea typeface="Avenir Next"/>
                <a:cs typeface="Avenir Next"/>
              </a:rPr>
              <a:t>Personne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953B1-E374-4C11-B3FF-23B12FB2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Backend, donnees et securite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73C83-EF57-46B3-B4FA-5D4B84BB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24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FCAE42-D2DC-4D3B-AA6A-BA7448D7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API Symfony et routes REST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B22CF-372A-4C48-94FA-47D42151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00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2E6E3-0A0E-4731-AD7C-DDC70C5C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Schema MySQL, SQL phpMyAdmin et fixtures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FB242-8C5D-42E1-8DE9-698CFDB7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EC8CD-F343-49CE-91A8-25547E53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Authentification, JWT, roles USER /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D123E-4C0C-42FC-8DBB-C41CB490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52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D8ED7-F304-4E4D-9A1B-1C698263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Documentation technique et endpoints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535A0-FD28-48A8-9DBF-A67626A9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Personne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CAA0E-1CD9-415B-AA60-DC683928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43200"/>
            <a:ext cx="3524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Interfaces et parcours de demonstration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04612-4347-491E-B945-9303BBB5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5CA08-76BC-4E02-988B-16380DF6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Site client React responsive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A489F-ECA3-4CF9-AB83-718B28BB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FFCD7-9A53-4F2D-A475-8D18738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Back-office React avec dashboard et CRUD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4311F-481F-4478-9424-C059C0E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76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D963C-CFCF-49DC-9470-C6E5AA5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005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Preview mobile interactive et code Flutter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49889-6705-42A7-9256-74671B63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52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9178F-A967-4FE0-89D5-C517D3A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Preparation du scenario de soutenance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C1B85-E7B8-47EC-BC71-BDE8EC75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CYNA - Plateforme e-commerce SaaS cybersecurite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303BD-AE80-4D97-81A8-77FD58B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55550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31AAF-8F80-44D0-80C6-2EAC4999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1E91EEBE-A2F8-405F-8F04-533E9C17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3A8482A8-2306-40E7-AA0C-E8E6634A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6F5C8-0A82-4451-809A-6C032C50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2033"/>
                </a:solidFill>
                <a:latin typeface="Georgia"/>
                <a:ea typeface="Georgia"/>
                <a:cs typeface="Georgia"/>
              </a:rPr>
              <a:t>Symfony porte la securite, les validations et la creation des commandes.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7E7BF-B70D-4DA1-AE42-9951266B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E909D-7C99-4C09-8C42-33AF19DC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8122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A170D-C003-4E93-B3E4-8ACE1303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812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Catalogue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4494B-955A-4402-98E6-CB16BE3D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02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produits, categories, recherche, images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BD981-1BBC-46B8-8C49-A102CCBF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485BA-A1AA-4FD1-BF6B-29EF065C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0512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20BC0-7012-43E9-8B4D-9C7794C7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Auth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3679D-94ED-4524-8660-13C423E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241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hash password, token JWT, profil utilisateur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081E8-C762-4C63-B5EC-B1EAF1A4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932FC-A956-45E1-90E2-8B5AC376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2902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2D928-518D-437A-BB92-3009630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290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Panier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5D136-4787-413F-87CB-E3B2E0D8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480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ajout, modification, suppression via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16A3D-D510-479C-A3D8-601D00E7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E12B1-1FB1-489A-B977-066FED2F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5292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BE2B6-3AAA-4DE9-A467-A5C852F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529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Checkout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539CE3-3635-4B91-A7B4-D7B8B037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719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calcul serveur, paiement mock, commande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506D6-F95A-48AE-9224-255E31DD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C4963-020B-488E-AA45-B76397D6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E75CA-0EC3-4AFF-B638-7AB7B36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CA2B66-4EE8-462C-83FA-883052AF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958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routes protegees ROLE_ADMIN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3256B-2ACB-42AB-B90D-C16390E5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71A35"/>
          </a:solidFill>
          <a:ln xmlns:a="http://schemas.openxmlformats.org/drawingml/2006/main" w="9525">
            <a:solidFill>
              <a:srgbClr val="071A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13EE4-9569-4678-8F3B-267C754D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050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Source de verite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983ED-4CBC-4AE0-816E-26215425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CYNA - Plateforme e-commerce SaaS cybersecurite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326F41-2738-4204-9578-513876BC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46298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702B6-F666-4164-89FF-C1442C41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C004577-79F6-4D05-9F27-FF4BA0C4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D99689EF-388E-4849-9970-EBD1517B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SITE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27524-1796-4C8D-BD15-3530F5AE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2033"/>
                </a:solidFill>
                <a:latin typeface="Georgia"/>
                <a:ea typeface="Georgia"/>
                <a:cs typeface="Georgia"/>
              </a:rPr>
              <a:t>Le parcours client couvre la decouverte, l'achat et le suivi apres commande.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6164A-5247-439D-B8A2-1E30D00C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276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C2259-BED6-4862-BFCB-626F6D5E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8513C-9E92-4AAB-BD79-1DBDD77E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Accueil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7F87C-3001-48EE-A874-62ABEB6A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promesse CYNA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F11BC-30BF-4EBD-90E7-8E0AC55C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09850"/>
            <a:ext cx="1276350" cy="14668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DAD92-A148-4910-BF02-05608E09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A1126-02F8-4E48-BDF0-350023BC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Catalogue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EE3C1-CB2E-48CF-8A17-1D56C236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910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SOC / EDR / XDR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BF6AB-3785-4143-9C6D-80EAAD63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276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EDB91-8E04-4DF3-A695-2EC9E80E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95A04-0CE9-4069-99F0-0615D14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832DB-6788-4CF2-A682-0D32552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910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prix et duree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2763A-FD61-4D26-9524-5FD93260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1276350" cy="14668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8957F-F41E-4B3C-AA2D-14BF84E9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5867F-9353-4DA5-BB8D-A537978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Panier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EC4B23-2445-4CA5-9EEB-0AB32AD1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abonnement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4825C-D9A8-4DE4-9F45-C74DD2EE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52750"/>
            <a:ext cx="1276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622E0-6149-46DF-9713-0EBE2DEC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B31F6-F90A-498D-B411-01F141F0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Checkout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B0D9C-1251-40C3-9AA4-E237CA0C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910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commande mock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69FF0C-F5A0-44AE-94DB-9BE4F954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1276350" cy="14668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B41BFD-1693-4A22-83FF-C3332FB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0350"/>
            <a:ext cx="59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A7AD1-2C8B-46EA-B2DB-0842917F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053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Compte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B273B-B70A-4CDF-B5B2-E6342776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5910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historique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367844-4F3F-4C46-9577-6CAE8071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914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7C01C0-5D4B-427C-9651-DC5D928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3A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B3A75"/>
                </a:solidFill>
                <a:latin typeface="Avenir Next"/>
                <a:ea typeface="Avenir Next"/>
                <a:cs typeface="Avenir Next"/>
              </a:rPr>
              <a:t>Important: le total final et la creation de commande restent traites par Symfony.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91A3FE-AF1C-462E-B03F-24D3CD88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CYNA - Plateforme e-commerce SaaS cybersecurite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18BD83-BFCA-42D8-A545-947A4A9E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2008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92C39-845D-4DD8-A45F-509D9CF0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26FD4D15-0EDE-471B-9A75-6C873097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6EF823C-C9AC-4F89-91F6-7B070A09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BACK-OFFICE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8F187-4387-47A7-B3B9-F73797E8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2033"/>
                </a:solidFill>
                <a:latin typeface="Georgia"/>
                <a:ea typeface="Georgia"/>
                <a:cs typeface="Georgia"/>
              </a:rPr>
              <a:t>L'administration modifie les donnees visibles via des routes admin protegees.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9E1DD-DA08-48D4-BAE9-93489AD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7DC77-9A1F-47F2-9313-10D04171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1B32E-B5D4-4D78-86A6-442BDB3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3A7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B3A75"/>
                </a:solidFill>
                <a:latin typeface="Georgia"/>
                <a:ea typeface="Georgia"/>
                <a:cs typeface="Georgia"/>
              </a:rPr>
              <a:t>mock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27FAF-8328-4969-B0EA-D1442514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145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313A2-1D89-4604-B6EC-58F4F73E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Commandes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3E843-6B4D-41CE-9E63-D7ABB3FE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09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3A7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B3A75"/>
                </a:solidFill>
                <a:latin typeface="Georgia"/>
                <a:ea typeface="Georgia"/>
                <a:cs typeface="Georgia"/>
              </a:rPr>
              <a:t>liste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3A4B1-35A7-4622-9F25-2E831287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145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75A20-57EF-4B06-9B8E-29422BAE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24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Panier moyen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FB618-9E59-493F-94C6-C3E1AE1F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098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3A75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B3A75"/>
                </a:solidFill>
                <a:latin typeface="Georgia"/>
                <a:ea typeface="Georgia"/>
                <a:cs typeface="Georgia"/>
              </a:rPr>
              <a:t>calcul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B9526-E0CD-4BB3-99D1-E339D9B5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114550"/>
            <a:ext cx="32956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71A35"/>
          </a:solidFill>
          <a:ln xmlns:a="http://schemas.openxmlformats.org/drawingml/2006/main" w="9525">
            <a:solidFill>
              <a:srgbClr val="071A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916B0-44BA-4CC9-A04E-010A8A0E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/api/admin/*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F72CD-B1E3-4859-A6C4-962ED3B5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245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CE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CEBFF"/>
                </a:solidFill>
                <a:latin typeface="Avenir Next"/>
                <a:ea typeface="Avenir Next"/>
                <a:cs typeface="Avenir Next"/>
              </a:rPr>
              <a:t>ROLE_ADMIN obligatoire cote 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D2FA1-7536-45C4-8641-223C3070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Produits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64E29-5A5F-41D5-BA29-0614A8DE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52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Categories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C9394-8AFB-4C42-99C9-F85346FB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Commandes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01735-D7D7-404D-96A9-94678E1C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71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Utilisateurs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D131A-4B18-4FC3-B462-1F6AF33F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Messages contact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0E621-C48C-4055-8E3F-4A38B88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Carousel accueil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BA2E0-25D0-4DC3-8195-0BE1F546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63055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3E5E3-4D30-4162-AD6E-88AC7A7A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561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Tables avec recherche, pagination et actions modifier / supprimer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712B2-4ECE-4862-BF63-617F6D07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533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Le back-office ne modifie pas un fichier statique: il appelle l'API, qui persiste dans MySQL.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94917-0852-4DA8-903D-AD02A72C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CYNA - Plateforme e-commerce SaaS cybersecurite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B5D0D-6C4A-4929-AE81-C1FE3B81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4609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30DF4-4131-4C67-8D8C-A1710490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920DFB7B-BE3B-4A14-8DAA-98EE555B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03E6815C-1608-443F-A807-447544B3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21B84-75B7-4639-8DE6-4A2172A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3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2033"/>
                </a:solidFill>
                <a:latin typeface="Georgia"/>
                <a:ea typeface="Georgia"/>
                <a:cs typeface="Georgia"/>
              </a:rPr>
              <a:t>La version mobile reprend les memes parcours et reste branchee sur le contrat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0B20A-3155-419B-8162-DA40AAFA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476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A1220"/>
          </a:solidFill>
          <a:ln xmlns:a="http://schemas.openxmlformats.org/drawingml/2006/main" w="9525">
            <a:solidFill>
              <a:srgbClr val="0A12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B28C7-09BE-4EE4-92E4-DA3D1629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133600" cy="32956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402A2-66C3-4DB0-A0BA-DC7BD43E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86000"/>
            <a:ext cx="1828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3A75"/>
          </a:solidFill>
          <a:ln xmlns:a="http://schemas.openxmlformats.org/drawingml/2006/main" w="9525">
            <a:solidFill>
              <a:srgbClr val="0B3A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0A443-38C1-4F13-90D0-8283326F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CYNA Mobile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89E41-8610-4350-9B58-1151371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1790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E26B6-934C-4F1C-8A5C-BEF46BD6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Cyna SOC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2B3D8-CA86-4C0F-BD9A-28AD0866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Ajouter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A5139-2A08-40E2-99D6-B21D11F8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71900"/>
            <a:ext cx="1790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0F114-708B-4AA9-B35D-D392ED91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9572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Cyna EDR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C9455-38C4-4B42-88A6-A419F44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Ajouter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32E90-C750-4375-8212-1F4FF636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17907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46034-C873-43E1-AE23-51D5D65B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48175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Cyna XDR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C993E-D975-40FD-A7C9-C69C908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18A4BC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18A4BC"/>
                </a:solidFill>
                <a:latin typeface="Avenir Next"/>
                <a:ea typeface="Avenir Next"/>
                <a:cs typeface="Avenir Next"/>
              </a:rPr>
              <a:t>Ajouter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7161F-4521-462C-BC95-E94FB0B4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72050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B3A7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B3A75"/>
                </a:solidFill>
                <a:latin typeface="Avenir Next"/>
                <a:ea typeface="Avenir Next"/>
                <a:cs typeface="Avenir Next"/>
              </a:rPr>
              <a:t>Preview HTML incluse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0F7F3-21A1-4045-A175-FFE92ED8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65722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46AE6-4D54-45D4-BADD-94E1A5FE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Ce qui est montrable pendant la soutenance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848C18-143A-4044-A6F7-3CE93168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76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89973-ADD8-4521-ACE0-B4FF1294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0990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Code Flutter present dans mobile-flutter/lib/main.dart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DFD13-A9B5-4244-8CD4-DEA5550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52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F5C95-740F-4BD0-ABE3-06A856C4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861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Service API centralise et stockage securise du token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51DC1-E556-49E3-AD15-8D60EB94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D9A87-3ACF-4080-A483-25FF7F04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Preview mobile interactive si Flutter n'est pas installe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2DFFD-F8FF-4DD4-9D57-840904AD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053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66FC50-B9FC-4E8F-8911-A37CB013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386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02033"/>
                </a:solidFill>
                <a:latin typeface="Avenir Next"/>
                <a:ea typeface="Avenir Next"/>
                <a:cs typeface="Avenir Next"/>
              </a:rPr>
              <a:t>Catalogue, panier, compte et commandes alignes avec React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3E9D71-7B30-4077-9187-6C2C82A7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CYNA - Plateforme e-commerce SaaS cybersecurite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AF070-F5B7-4F2A-98D4-6825AC4E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4748B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975054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CD0F1-38B4-4AB6-9967-307A1AA2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BBAC1-F70C-40E3-AD1C-A2B2DC99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D606B-3093-4C9E-A097-88FBB159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CYNA est une base full-stack coherente, demo-ready et extensible.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87A59-632F-4035-B481-85134688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638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98CC5-7AF3-4A93-82DB-AA238D0F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API +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8BC82-70F5-4ADC-95FE-9BC6490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1638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89D4A-3126-4F6C-AE1E-C0361420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813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React 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388DE-CF16-4760-BE4A-88669305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1638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6E806-AE34-4E2D-B4FD-71C5F344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813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Back-office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192A3-8572-410F-BCCD-0D62EF31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14650"/>
            <a:ext cx="1638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3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6CB2D-F030-410E-8614-EECB3051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Mobile preview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E06AE4-DD24-40F8-9462-7F9990B9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14650"/>
            <a:ext cx="1638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A4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F158A-1ECA-461B-9AB7-D204E031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813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Documentation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5CD9B-FFE5-4B98-AFD7-434C996E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800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47D50-5BCC-44B6-9772-AA057AEB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Mocks assumes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5E56A-4016-4896-AF6F-E56231D1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CEB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DCEBFF"/>
                </a:solidFill>
                <a:latin typeface="Avenir Next"/>
                <a:ea typeface="Avenir Next"/>
                <a:cs typeface="Avenir Next"/>
              </a:rPr>
              <a:t>Paiement Stripe simule, email non branche, Flutter a lancer sur un poste equipe.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560F6-B617-4973-8958-141DC8E2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00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F7855-C82C-4673-BA60-D4170468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Prochaines etapes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E727A-5B0F-4652-8A1A-0FFF820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CEBFF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DCEBFF"/>
                </a:solidFill>
                <a:latin typeface="Avenir Next"/>
                <a:ea typeface="Avenir Next"/>
                <a:cs typeface="Avenir Next"/>
              </a:rPr>
              <a:t>Stripe reel, tests automatises, edition admin avancee, deploiement en ligne.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49255-D6E3-4ED1-9F53-1E4E02F0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609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BA5C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8BA5C6"/>
                </a:solidFill>
                <a:latin typeface="Avenir Next"/>
                <a:ea typeface="Avenir Next"/>
                <a:cs typeface="Avenir Next"/>
              </a:rPr>
              <a:t>CYNA - Plateforme e-commerce SaaS cybersecurite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A3831-D33A-4381-98A7-399B9DD1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579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BD0E8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BBD0E8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75105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2026-05-15T13:05:47.8280000Z</dcterms:created>
  <dcterms:modified xsi:type="dcterms:W3CDTF">2026-05-15T13:05:47.8290000Z</dcterms:modified>
</coreProperties>
</file>